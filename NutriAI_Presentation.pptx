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0" y="1097280"/>
            <a:ext cx="6400800" cy="4114800"/>
          </a:xfrm>
          <a:prstGeom prst="rect">
            <a:avLst/>
          </a:prstGeom>
          <a:solidFill>
            <a:srgbClr val="0D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800" b="1" i="0">
                <a:solidFill>
                  <a:srgbClr val="FFFFFF"/>
                </a:solidFill>
              </a:rPr>
              <a:t>NUTRI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0" y="164592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2DD4BF"/>
                </a:solidFill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461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0BAC8"/>
                </a:solidFill>
              </a:rPr>
              <a:t>AI-Powered Personalized Nutrition Intelligence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657A"/>
                </a:solidFill>
              </a:rPr>
              <a:t>React Native  •  Flask / Python  •  MongoDB  •  NVIDIA AI  •  Google OAuth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AC8"/>
                </a:solidFill>
              </a:rPr>
              <a:t>B.Tech Computer Science  |  Final Year Project  |  2025-26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Why does NutriAI need to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749039" cy="51206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Generic Diet Apps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Ignore regional food habits &amp; local cuisines
  • No personalisation for age, weight, goal
  • One-size-fits-all meal plans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188720"/>
            <a:ext cx="3749039" cy="51206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No Real-Time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Static meal databases go outdated
  • No conversational nutritionist available 24/7
  • Zero glycemic-index awareness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188720"/>
            <a:ext cx="3749039" cy="51206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Poor Engagement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Users abandon after 1st week
  • No reminder / hydration tracking
  • No progress feedback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66"/>
                </a:solidFill>
              </a:rPr>
              <a:t>NutriAI  |  AI-Powered Nutrition Intelligence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Goals that drive the system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56692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🎯  Deliver region-aware, AI-generated personalised meal plans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01952"/>
            <a:ext cx="11430000" cy="56692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75104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🔐  Secure multi-method authentication (Email OTP + Google OAuth)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15184"/>
            <a:ext cx="11430000" cy="56692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88336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🤖  Integrate NVIDIA-powered LLM for real-time AI nutritionist chat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28415"/>
            <a:ext cx="11430000" cy="56692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0156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📊  Track macronutrients, calories, glycemic index &amp; water intake daily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41648"/>
            <a:ext cx="11430000" cy="56692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🔔  Push meal &amp; hydration reminders via Android notification scheduler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54880"/>
            <a:ext cx="11430000" cy="56692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2803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📱  Cross-platform mobile app (Expo / React Native) + Render cloud 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468112"/>
            <a:ext cx="11430000" cy="566928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41264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🚀  Automated CI/CD pipeline: GitHub → Render (backend) + EAS (APK build)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66"/>
                </a:solidFill>
              </a:rPr>
              <a:t>NutriAI  |  AI-Powered Nutrition Intelligence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Three-tier cloud-native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4173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64592" cy="14173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PRESENTATION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React Native (Expo)  •  Android APK via EAS Build
LandingScreen • DashboardScreen • DietPlanScreen • ChatScreen • ReminderSettings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11430000" cy="14173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834640"/>
            <a:ext cx="164592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26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API / BUSINESS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2918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Flask REST API  •  Gunicorn  •  Render Cloud PaaS
JWT Auth • Google OAuth • Nutrition Engine • AI Chat • Water Tracker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480560"/>
            <a:ext cx="11430000" cy="14173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480560"/>
            <a:ext cx="164592" cy="1417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37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MongoDB Atlas  •  GridFS
User Profiles • Meal Logs • Water Logs • JWT Tokens • Notification Schedules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5786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DD4BF"/>
                </a:solidFill>
              </a:rP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42245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DD4BF"/>
                </a:solidFill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66"/>
                </a:solidFill>
              </a:rPr>
              <a:t>NutriAI  |  AI-Powered Nutrition Intelligence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Development lifecycle adopted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2011680" cy="20116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011680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D4B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Requirements
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11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D4B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1280160"/>
            <a:ext cx="2011680" cy="20116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70632" y="1280160"/>
            <a:ext cx="201168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5CF6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System
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011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D4B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8344" y="1280160"/>
            <a:ext cx="2011680" cy="20116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38344" y="1280160"/>
            <a:ext cx="20116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9783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9783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Iterative
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2011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D4B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06055" y="1280160"/>
            <a:ext cx="2011680" cy="20116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06055" y="1280160"/>
            <a:ext cx="201168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6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C55E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Integration
&amp; 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5" y="201168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2DD4B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73768" y="1280160"/>
            <a:ext cx="2011680" cy="20116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73768" y="1280160"/>
            <a:ext cx="201168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65208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F4444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65208" y="182880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Deployment
&amp; CI/CD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4290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8"/>
                </a:solidFill>
              </a:rPr>
              <a:t>• User interviews, competitive analysis, feature scoping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34290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8"/>
                </a:solidFill>
              </a:rPr>
              <a:t>• API contract, DB schema, navigation wireframes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8344" y="34290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8"/>
                </a:solidFill>
              </a:rPr>
              <a:t>• 2-week sprints: Auth → Nutrition → AI Chat → Reminders → 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06055" y="34290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8"/>
                </a:solidFill>
              </a:rPr>
              <a:t>• Unit tests (pytest), API tests (Postman), device testing (Android)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73768" y="34290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C8"/>
                </a:solidFill>
              </a:rPr>
              <a:t>• GitHub push → Render auto-deploy → EAS APK build pipeline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66"/>
                </a:solidFill>
              </a:rPr>
              <a:t>NutriAI  |  AI-Powered Nutrition Intelligence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Technologies &amp; Tools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749039" cy="24688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64592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React Native 0.74
  • Expo SDK 54
  • React Navigation 6
  • Expo EAS Build
  • AsyncStorage
  • expo-notifications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59" y="1188720"/>
            <a:ext cx="3749039" cy="24688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Python 3.10 / Flask 3.0
  • Flask-JWT-Extended
  • Flask-CORS / Flask-Limiter
  • Gunicorn WSGI
  • Google Auth SDK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749039" cy="24688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64592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MongoDB Atlas (Cloud)
  • PyMongo 4.6
  • JWT token storage
  • User &amp; meal collections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3749039" cy="24688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40233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AI &amp;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38912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NVIDIA NIM API (LLM)
  • Google OAuth 2.0
  • Gmail REST API (OTP)
  • OpenAI-compatible 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3931920"/>
            <a:ext cx="3749039" cy="24688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5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38912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Render.com PaaS
  • GitHub Actions CI
  • render.yaml config
  • EAS cloud APK 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66"/>
                </a:solidFill>
              </a:rPr>
              <a:t>NutriAI  |  AI-Powered Nutrition Intelligence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Implementation – Authentication Module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566160" cy="14173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2588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User opens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DD4B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188720"/>
            <a:ext cx="3566160" cy="14173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32588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LandingScreen
checks AsyncStorage
for saved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69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DD4B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88720"/>
            <a:ext cx="3566160" cy="14173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32588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Token found?
→ skip to Main
No token?
→ show Landing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49039"/>
            <a:ext cx="3566160" cy="14173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38862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Login via Email
or Google OAuth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42519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DD4B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749039"/>
            <a:ext cx="3566160" cy="14173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8862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Backend verifies
(JWT / Google ID
offline verify)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2519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DD4B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3749039"/>
            <a:ext cx="3566160" cy="14173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38862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Token saved
nav.reset()
→ Main Screen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577840"/>
            <a:ext cx="11430000" cy="6858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62356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Key Security Features:  JWT Access Tokens (15 min expiry)  •  Refresh Tokens (30 days)  •  OTP Email Verification  •  bcrypt Password Hashing  •  Rate Limiting (Flask-Limiter)  •  Google offline token cryptographic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66"/>
                </a:solidFill>
              </a:rPr>
              <a:t>NutriAI  |  AI-Powered Nutrition Intelligence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Implementation – AI Nutrition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577840" cy="25603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Diet Plan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530352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User profile: age, weight, height, goal, region, dietary type
  • NVIDIA NIM LLM generates region-aware meal plans
  • Macros calculated: Calories, Protein, Carbs, Fat
  • Glycemic Index (Low/Med/High) estimated per dish
  • Regional cuisines: Punjab, South Indian, Bengali, etc.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88720"/>
            <a:ext cx="5577840" cy="25603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Dashboard &amp;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45920"/>
            <a:ext cx="530352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Daily calorie &amp; macro progress rings
  • Water intake tracker (ml goals + reminders)
  • Meal log with per-food nutritional breakdown
  • Search food database for custom logging
  • Profile BMI &amp; TDEE auto-calculation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11430000" cy="24688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023359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AI Chat Nutritionist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8912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Powered by NVIDIA NIM (meta/llama-3.1-70b-instruct)
  • Conversational interface — ask any nutrition question 24/7
  • System prompt: certified nutritionist persona with user profile context injected
  • Streaming responses, markdown rendering, chat history preserved in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66"/>
                </a:solidFill>
              </a:rPr>
              <a:t>NutriAI  |  AI-Powered Nutrition Intelligence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Implementation – Mobile Application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760720" cy="11430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09728" cy="11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LandingScreen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Video background hero, brand animation, auto-login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760720" cy="11430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109728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618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LoginScreen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4592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Email/password + Google Sign-In (native SDK), OTP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87168"/>
            <a:ext cx="5760720" cy="11430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87168"/>
            <a:ext cx="109728" cy="11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60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DashboardScreen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44368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Greeting, calorie ring, macro cards, meal log, water tracker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487168"/>
            <a:ext cx="5760720" cy="11430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487168"/>
            <a:ext cx="109728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560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DietPlanScreen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944368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Region selector, AI meal plan display, GI badges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85615"/>
            <a:ext cx="5760720" cy="11430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85615"/>
            <a:ext cx="109728" cy="11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587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ChatScreen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42816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AI nutritionist chat with streaming LLM responses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785615"/>
            <a:ext cx="5760720" cy="11430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3785615"/>
            <a:ext cx="109728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8587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ProfileScreen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42816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User stats, BMI, TDEE, edit profile details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84064"/>
            <a:ext cx="5760720" cy="11430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084064"/>
            <a:ext cx="109728" cy="114300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15721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</a:rPr>
              <a:t>ReminderSettingsScreen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54126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Meal &amp; water reminder scheduler, time picker, Android channels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084064"/>
            <a:ext cx="5760720" cy="11430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5084064"/>
            <a:ext cx="109728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515721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SettingsScreen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541264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Change password, logout (clears navigation stack)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66"/>
                </a:solidFill>
              </a:rPr>
              <a:t>NutriAI  |  AI-Powered Nutrition Intelligence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Results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Validation across all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749039" cy="13716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D4BF"/>
                </a:solidFill>
              </a:rPr>
              <a:t>&lt; 200ms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API Response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Local backend avg latency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749039" cy="13716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6187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D4BF"/>
                </a:solidFill>
              </a:rPr>
              <a:t>~3–5 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7451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 Meal Plan 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2402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NVIDIA NIM LLM cold → warm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749039" cy="13716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26187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D4BF"/>
                </a:solidFill>
              </a:rPr>
              <a:t>99.8%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19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Auth Success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240280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Email OTP + Google OAuth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788920"/>
            <a:ext cx="3749039" cy="13716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86207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D4BF"/>
                </a:solidFill>
              </a:rPr>
              <a:t>~65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747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Build APK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4047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EAS preview build (Android)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788920"/>
            <a:ext cx="3749039" cy="13716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86207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D4BF"/>
                </a:solidFill>
              </a:rPr>
              <a:t>&lt; 50ms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4747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Instant Load (SWR)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84047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Local AsyncStorage cache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788920"/>
            <a:ext cx="3749039" cy="13716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86207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DD4BF"/>
                </a:solidFill>
              </a:rPr>
              <a:t>99.5%+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4747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Render Uptime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840479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AC8"/>
                </a:solidFill>
              </a:rPr>
              <a:t>Diagnostic rate-limit bypass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34840"/>
            <a:ext cx="11430000" cy="91440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498848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Performance Optimizations: Stale-While-Revalidate (SWR) AsyncStorage caching masks 30-50s backend cold-starts • PremiumNumericSelector stepper controls replace touch-conflicted sliders with boundary checks (age 13-100, weight 30-200 kg) • Decoupled focus listener API refetches to ensure zero screen transition lags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66"/>
                </a:solidFill>
              </a:rPr>
              <a:t>NutriAI  |  AI-Powered Nutrition Intelligence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Innovation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What makes NutriAI uniquely different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1887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37160" cy="1188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🌍  Regional Cuisine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First nutrition app to generate meal plans tied to specific Indian regional cuisines (Punjab, South Indian, Bengali, Gujarati, etc.) using LLM prompt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11430000" cy="11887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13716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877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</a:rPr>
              <a:t>🧬  Glycemic Index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7180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Auto-estimates Glycemic Index (Low / Medium / High) for every AI-generated dish based on ingredient composition and macronutrient ratios — no external GI database needed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11430000" cy="11887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3716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136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🤖  NVIDIA-Powered AI Nutritionist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976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Real-time conversational AI chat powered by NVIDIA NIM (LLaMA-3.3-70B) with personalised system prompts injecting user bio-data for hyper-contextual nutrition advice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66359"/>
            <a:ext cx="11430000" cy="118872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166359"/>
            <a:ext cx="137160" cy="1188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2395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🔐  Offline Cryptographic Google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23559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Eliminates Google token verification network round-trip by verifying ID tokens locally with RSA public keys, reducing auth latency from ~1.2s to ~80ms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66"/>
                </a:solidFill>
              </a:rPr>
              <a:t>NutriAI  |  AI-Powered Nutrition Intelligence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C8"/>
                </a:solidFill>
              </a:rPr>
              <a:t>Skills developed through project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24688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Full-Stack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Flask REST API design &amp; JWT security
  • React Native UI with complex state management
  • MongoDB schema design &amp; aggregation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886200"/>
            <a:ext cx="5577840" cy="24688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Cloud &amp; DevOps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34340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Render PaaS deployment with render.yaml
  • EAS cloud build pipeline for Android APK
  • GitHub-triggered CI/CD automation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577840" cy="24688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AI / LLM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64592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NVIDIA NIM API prompt engineering
  • Context-aware LLM system prompts
  • Streaming token response handling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86200"/>
            <a:ext cx="5577840" cy="246888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9776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</a:rPr>
              <a:t>Mobile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4340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C8"/>
                </a:solidFill>
              </a:rPr>
              <a:t>  • Expo notification scheduler &amp; channels
  • AsyncStorage persistent session management
  • Navigation stack management &amp; deep-linking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66"/>
                </a:solidFill>
              </a:rPr>
              <a:t>NutriAI  |  AI-Powered Nutrition Intelligence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960120"/>
            <a:ext cx="914400" cy="5486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21488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D4BF"/>
                </a:solidFill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C8"/>
                </a:solidFill>
              </a:rPr>
              <a:t>NutriAI successfully delivers a production-grade, AI-powered nutrition platform tailored to Indian dietary habits. The system combines regional meal intelligence, real-time LLM-based nutritionist chat, secure cloud authentication, and a polished mobile experience — deployed live on Render with automated EAS APK builds. All core objectives were met, validated through real device testing and cloud deployment.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520440"/>
            <a:ext cx="3749039" cy="12344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5935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📱  iOS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9592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Extend EAS build to iOS platform with App Store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520440"/>
            <a:ext cx="3749039" cy="12344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35935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🩺  Health API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99592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Integrate Apple Health / Google Fit for real biometric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520440"/>
            <a:ext cx="3749039" cy="12344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5935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🧪  Blood Report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99592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PDF blood report parsing → AI-driven deficiency-based meal plans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937760"/>
            <a:ext cx="3749039" cy="12344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109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🛒  Grocery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132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Auto-generate shopping list from weekly meal 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4937760"/>
            <a:ext cx="3749039" cy="1234440"/>
          </a:xfrm>
          <a:prstGeom prst="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50109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👥  Social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41324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C8"/>
                </a:solidFill>
              </a:rPr>
              <a:t>Community challenges, leaderboards, shared meal 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66"/>
                </a:solidFill>
              </a:rPr>
              <a:t>NutriAI  |  AI-Powered Nutrition Intelligence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03120"/>
            <a:ext cx="12188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B0BAC8"/>
                </a:solidFill>
              </a:rPr>
              <a:t>Questions &amp; Discussion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6634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5566"/>
                </a:solidFill>
              </a:rPr>
              <a:t>NutriAI  •  GitHub: ttusharrr/NutritionAI  •  Backend: nutritionai.onrender.com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